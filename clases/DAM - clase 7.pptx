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099ad1bb28_0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099ad1bb2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d4f5a0b822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d4f5a0b8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d4f5a0b822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d4f5a0b82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43ce81bbb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643ce81b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3" name="Google Shape;13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2" name="Google Shape;22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4" name="Google Shape;44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1" name="Google Shape;5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" name="Google Shape;53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" name="Google Shape;54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9" name="Google Shape;59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5" name="Google Shape;65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2" name="Google Shape;72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4" name="Google Shape;94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8" name="Google Shape;98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2" name="Google Shape;102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5" name="Google Shape;10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8" name="Google Shape;108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7" name="Google Shape;127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679275" y="107950"/>
            <a:ext cx="2374349" cy="9003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 txBox="1"/>
          <p:nvPr>
            <p:ph type="ctrTitle"/>
          </p:nvPr>
        </p:nvSpPr>
        <p:spPr>
          <a:xfrm>
            <a:off x="3115125" y="1318575"/>
            <a:ext cx="5589900" cy="21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Desarrollo de aplicaciones multiplataforma</a:t>
            </a:r>
            <a:endParaRPr/>
          </a:p>
        </p:txBody>
      </p:sp>
      <p:sp>
        <p:nvSpPr>
          <p:cNvPr id="136" name="Google Shape;136;p13"/>
          <p:cNvSpPr txBox="1"/>
          <p:nvPr>
            <p:ph idx="1" type="subTitle"/>
          </p:nvPr>
        </p:nvSpPr>
        <p:spPr>
          <a:xfrm>
            <a:off x="5582925" y="45441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/>
              <a:t>Docente: Pedro Rosito</a:t>
            </a:r>
            <a:endParaRPr sz="2400"/>
          </a:p>
        </p:txBody>
      </p:sp>
      <p:sp>
        <p:nvSpPr>
          <p:cNvPr id="137" name="Google Shape;137;p13"/>
          <p:cNvSpPr txBox="1"/>
          <p:nvPr/>
        </p:nvSpPr>
        <p:spPr>
          <a:xfrm>
            <a:off x="3138100" y="3376750"/>
            <a:ext cx="44181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Clase 7</a:t>
            </a:r>
            <a:endParaRPr sz="3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title"/>
          </p:nvPr>
        </p:nvSpPr>
        <p:spPr>
          <a:xfrm>
            <a:off x="800400" y="875500"/>
            <a:ext cx="1725600" cy="8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Índice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800400" y="1946875"/>
            <a:ext cx="4305900" cy="22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Template-driven forms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Reactive forms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Signals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854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Template-driven forms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1297500" y="1457757"/>
            <a:ext cx="7402800" cy="28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 basan en directivas en el template (HTML)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Útiles para formularios pequeños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Problemas en la escalabilidad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Flujo de datos asincrónico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854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Reactive forms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1297500" y="1457749"/>
            <a:ext cx="7402800" cy="30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 basan en código generado en la clase componente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Útiles para formularios grandes o en p</a:t>
            </a: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áginas con muchos formularios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</a:t>
            </a: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ácilmente escalables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Flujo de datos sincrónico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854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Reactive forms</a:t>
            </a:r>
            <a:endParaRPr/>
          </a:p>
        </p:txBody>
      </p:sp>
      <p:pic>
        <p:nvPicPr>
          <p:cNvPr id="161" name="Google Shape;16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6325" y="1299575"/>
            <a:ext cx="5891348" cy="353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297500" y="3854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Signals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1297500" y="1457749"/>
            <a:ext cx="7402800" cy="30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Wrapper de una variable que notifica a los consumidores cuando su valor cambia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 leer su valor se utiliza una funci</a:t>
            </a: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ón getter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Pueden ser de escritura o de solo lectura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 utiliza el m</a:t>
            </a:r>
            <a:r>
              <a:rPr lang="es-419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étodo effect que corre siempre que se modifique el valor de una signal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