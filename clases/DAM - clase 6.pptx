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541ec2de9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d541ec2de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5d0893565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5d08935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60db95435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d60db9543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60db95435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d60db9543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60db95435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d60db9543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60db95435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d60db9543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60db95435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60db9543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2" name="Google Shape;22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1" name="Google Shape;5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5" name="Google Shape;65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2" name="Google Shape;72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4" name="Google Shape;94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2" name="Google Shape;102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8" name="Google Shape;10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679275" y="107950"/>
            <a:ext cx="2374349" cy="900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ctrTitle"/>
          </p:nvPr>
        </p:nvSpPr>
        <p:spPr>
          <a:xfrm>
            <a:off x="3115125" y="1318575"/>
            <a:ext cx="5589900" cy="21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Desarrollo de aplicaciones multiplataforma</a:t>
            </a:r>
            <a:endParaRPr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5582925" y="45441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Docente: Pedro Rosito</a:t>
            </a:r>
            <a:endParaRPr sz="2400"/>
          </a:p>
        </p:txBody>
      </p:sp>
      <p:sp>
        <p:nvSpPr>
          <p:cNvPr id="137" name="Google Shape;137;p13"/>
          <p:cNvSpPr txBox="1"/>
          <p:nvPr/>
        </p:nvSpPr>
        <p:spPr>
          <a:xfrm>
            <a:off x="3138100" y="3376750"/>
            <a:ext cx="44181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Clase 6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800400" y="541575"/>
            <a:ext cx="1725600" cy="8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Índice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800400" y="1466550"/>
            <a:ext cx="5152500" cy="21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Angular Router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Router Guard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 interceptors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JWT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Angular Router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297500" y="1457750"/>
            <a:ext cx="74028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Decide los componentes/páginas que se van a mostrar en un determinado momento.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Elementos básicos: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○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RouterModule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○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Array de rutas de la aplicación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○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Enlaces de navegación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○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Componentes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Router Guard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297500" y="1457749"/>
            <a:ext cx="74028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Permite ejecutar lógica cuando se solicita una ruta, para permitir o denegar el acceso a esta</a:t>
            </a: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Router Guard</a:t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563" y="1161525"/>
            <a:ext cx="5334876" cy="353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JWT</a:t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513" y="1152175"/>
            <a:ext cx="623887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HTTP interceptors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297500" y="1457749"/>
            <a:ext cx="74028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Intercepta la petición HTTP, lo que permite modificarla y luego dejarla seguir su camino</a:t>
            </a: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500" y="2975850"/>
            <a:ext cx="71628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HTTP interceptors</a:t>
            </a:r>
            <a:endParaRPr/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3313" y="1911050"/>
            <a:ext cx="48672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JWT</a:t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1451975"/>
            <a:ext cx="729615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